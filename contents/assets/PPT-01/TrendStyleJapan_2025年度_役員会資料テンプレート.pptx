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2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42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kuji Soga" userId="49ca70ca-043c-4399-ba13-3013893062f8" providerId="ADAL" clId="{F2ABA1FC-32E7-45F9-A8E7-18070012964C}"/>
    <pc:docChg chg="custSel modSld addMainMaster delMainMaster modMainMaster">
      <pc:chgData name="Takuji Soga" userId="49ca70ca-043c-4399-ba13-3013893062f8" providerId="ADAL" clId="{F2ABA1FC-32E7-45F9-A8E7-18070012964C}" dt="2026-09-15T03:09:52.401" v="51" actId="1076"/>
      <pc:docMkLst>
        <pc:docMk/>
      </pc:docMkLst>
      <pc:sldChg chg="modSp mod modClrScheme chgLayout modNotes">
        <pc:chgData name="Takuji Soga" userId="49ca70ca-043c-4399-ba13-3013893062f8" providerId="ADAL" clId="{F2ABA1FC-32E7-45F9-A8E7-18070012964C}" dt="2026-09-15T02:55:45.019" v="45" actId="26606"/>
        <pc:sldMkLst>
          <pc:docMk/>
          <pc:sldMk cId="0" sldId="256"/>
        </pc:sldMkLst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56"/>
            <ac:spMk id="4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56"/>
            <ac:spMk id="5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56"/>
            <ac:spMk id="6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56"/>
            <ac:spMk id="7" creationId="{00000000-0000-0000-0000-000000000000}"/>
          </ac:spMkLst>
        </pc:spChg>
        <pc:spChg chg="add 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56"/>
            <ac:spMk id="25" creationId="{00000000-0000-0000-0000-000000000000}"/>
          </ac:spMkLst>
        </pc:spChg>
      </pc:sldChg>
      <pc:sldChg chg="modSp mod modClrScheme chgLayout modNotes">
        <pc:chgData name="Takuji Soga" userId="49ca70ca-043c-4399-ba13-3013893062f8" providerId="ADAL" clId="{F2ABA1FC-32E7-45F9-A8E7-18070012964C}" dt="2026-09-15T02:55:45.019" v="45" actId="26606"/>
        <pc:sldMkLst>
          <pc:docMk/>
          <pc:sldMk cId="0" sldId="257"/>
        </pc:sldMkLst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57"/>
            <ac:spMk id="3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57"/>
            <ac:spMk id="4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57"/>
            <ac:spMk id="6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57"/>
            <ac:spMk id="7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44:48.962" v="33" actId="26606"/>
          <ac:spMkLst>
            <pc:docMk/>
            <pc:sldMk cId="0" sldId="257"/>
            <ac:spMk id="19" creationId="{00000000-0000-0000-0000-000000000000}"/>
          </ac:spMkLst>
        </pc:spChg>
        <pc:spChg chg="add 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57"/>
            <ac:spMk id="25" creationId="{00000000-0000-0000-0000-000000000000}"/>
          </ac:spMkLst>
        </pc:spChg>
      </pc:sldChg>
      <pc:sldChg chg="modSp mod modClrScheme chgLayout modNotes">
        <pc:chgData name="Takuji Soga" userId="49ca70ca-043c-4399-ba13-3013893062f8" providerId="ADAL" clId="{F2ABA1FC-32E7-45F9-A8E7-18070012964C}" dt="2026-09-15T02:55:45.019" v="45" actId="26606"/>
        <pc:sldMkLst>
          <pc:docMk/>
          <pc:sldMk cId="0" sldId="258"/>
        </pc:sldMkLst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58"/>
            <ac:spMk id="3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58"/>
            <ac:spMk id="4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58"/>
            <ac:spMk id="7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58"/>
            <ac:spMk id="8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58"/>
            <ac:spMk id="19" creationId="{00000000-0000-0000-0000-000000000000}"/>
          </ac:spMkLst>
        </pc:spChg>
        <pc:spChg chg="add 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58"/>
            <ac:spMk id="25" creationId="{00000000-0000-0000-0000-000000000000}"/>
          </ac:spMkLst>
        </pc:spChg>
      </pc:sldChg>
      <pc:sldChg chg="modSp mod modClrScheme chgLayout modNotes">
        <pc:chgData name="Takuji Soga" userId="49ca70ca-043c-4399-ba13-3013893062f8" providerId="ADAL" clId="{F2ABA1FC-32E7-45F9-A8E7-18070012964C}" dt="2026-09-15T02:55:45.019" v="45" actId="26606"/>
        <pc:sldMkLst>
          <pc:docMk/>
          <pc:sldMk cId="0" sldId="259"/>
        </pc:sldMkLst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59"/>
            <ac:spMk id="3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59"/>
            <ac:spMk id="5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59"/>
            <ac:spMk id="6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44:48.962" v="33" actId="26606"/>
          <ac:spMkLst>
            <pc:docMk/>
            <pc:sldMk cId="0" sldId="259"/>
            <ac:spMk id="7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59"/>
            <ac:spMk id="8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59"/>
            <ac:spMk id="9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59"/>
            <ac:spMk id="18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59"/>
            <ac:spMk id="19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59"/>
            <ac:spMk id="21" creationId="{00000000-0000-0000-0000-000000000000}"/>
          </ac:spMkLst>
        </pc:spChg>
        <pc:spChg chg="add 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59"/>
            <ac:spMk id="25" creationId="{00000000-0000-0000-0000-000000000000}"/>
          </ac:spMkLst>
        </pc:spChg>
      </pc:sldChg>
      <pc:sldChg chg="modSp mod modClrScheme chgLayout modNotes">
        <pc:chgData name="Takuji Soga" userId="49ca70ca-043c-4399-ba13-3013893062f8" providerId="ADAL" clId="{F2ABA1FC-32E7-45F9-A8E7-18070012964C}" dt="2026-09-15T02:55:45.019" v="45" actId="26606"/>
        <pc:sldMkLst>
          <pc:docMk/>
          <pc:sldMk cId="0" sldId="262"/>
        </pc:sldMkLst>
        <pc:spChg chg="mod">
          <ac:chgData name="Takuji Soga" userId="49ca70ca-043c-4399-ba13-3013893062f8" providerId="ADAL" clId="{F2ABA1FC-32E7-45F9-A8E7-18070012964C}" dt="2026-09-15T02:44:48.962" v="33" actId="26606"/>
          <ac:spMkLst>
            <pc:docMk/>
            <pc:sldMk cId="0" sldId="262"/>
            <ac:spMk id="2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62"/>
            <ac:spMk id="3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62"/>
            <ac:spMk id="4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62"/>
            <ac:spMk id="7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62"/>
            <ac:spMk id="18" creationId="{00000000-0000-0000-0000-000000000000}"/>
          </ac:spMkLst>
        </pc:spChg>
        <pc:spChg chg="add 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62"/>
            <ac:spMk id="25" creationId="{00000000-0000-0000-0000-000000000000}"/>
          </ac:spMkLst>
        </pc:spChg>
      </pc:sldChg>
      <pc:sldChg chg="modSp mod modClrScheme chgLayout modNotes">
        <pc:chgData name="Takuji Soga" userId="49ca70ca-043c-4399-ba13-3013893062f8" providerId="ADAL" clId="{F2ABA1FC-32E7-45F9-A8E7-18070012964C}" dt="2026-09-15T02:55:45.019" v="45" actId="26606"/>
        <pc:sldMkLst>
          <pc:docMk/>
          <pc:sldMk cId="0" sldId="263"/>
        </pc:sldMkLst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63"/>
            <ac:spMk id="6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63"/>
            <ac:spMk id="7" creationId="{00000000-0000-0000-0000-000000000000}"/>
          </ac:spMkLst>
        </pc:spChg>
        <pc:spChg chg="add 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63"/>
            <ac:spMk id="25" creationId="{00000000-0000-0000-0000-000000000000}"/>
          </ac:spMkLst>
        </pc:spChg>
      </pc:sldChg>
      <pc:sldChg chg="modSp mod modClrScheme chgLayout modNotes">
        <pc:chgData name="Takuji Soga" userId="49ca70ca-043c-4399-ba13-3013893062f8" providerId="ADAL" clId="{F2ABA1FC-32E7-45F9-A8E7-18070012964C}" dt="2026-09-15T03:09:52.401" v="51" actId="1076"/>
        <pc:sldMkLst>
          <pc:docMk/>
          <pc:sldMk cId="0" sldId="264"/>
        </pc:sldMkLst>
        <pc:spChg chg="mod">
          <ac:chgData name="Takuji Soga" userId="49ca70ca-043c-4399-ba13-3013893062f8" providerId="ADAL" clId="{F2ABA1FC-32E7-45F9-A8E7-18070012964C}" dt="2026-09-15T02:44:48.962" v="33" actId="26606"/>
          <ac:spMkLst>
            <pc:docMk/>
            <pc:sldMk cId="0" sldId="264"/>
            <ac:spMk id="3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44:48.962" v="33" actId="26606"/>
          <ac:spMkLst>
            <pc:docMk/>
            <pc:sldMk cId="0" sldId="264"/>
            <ac:spMk id="4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64"/>
            <ac:spMk id="8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64"/>
            <ac:spMk id="10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64"/>
            <ac:spMk id="13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46:09.818" v="37" actId="26606"/>
          <ac:spMkLst>
            <pc:docMk/>
            <pc:sldMk cId="0" sldId="264"/>
            <ac:spMk id="15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39:41.588" v="0" actId="207"/>
          <ac:spMkLst>
            <pc:docMk/>
            <pc:sldMk cId="0" sldId="264"/>
            <ac:spMk id="16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3:09:49.050" v="50" actId="1076"/>
          <ac:spMkLst>
            <pc:docMk/>
            <pc:sldMk cId="0" sldId="264"/>
            <ac:spMk id="17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64"/>
            <ac:spMk id="19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40:16.925" v="13" actId="20577"/>
          <ac:spMkLst>
            <pc:docMk/>
            <pc:sldMk cId="0" sldId="264"/>
            <ac:spMk id="20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40:44.534" v="31" actId="20577"/>
          <ac:spMkLst>
            <pc:docMk/>
            <pc:sldMk cId="0" sldId="264"/>
            <ac:spMk id="21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64"/>
            <ac:spMk id="23" creationId="{00000000-0000-0000-0000-000000000000}"/>
          </ac:spMkLst>
        </pc:spChg>
        <pc:spChg chg="add 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64"/>
            <ac:spMk id="25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3:09:52.401" v="51" actId="1076"/>
          <ac:spMkLst>
            <pc:docMk/>
            <pc:sldMk cId="0" sldId="264"/>
            <ac:spMk id="301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3:09:40.608" v="49" actId="1076"/>
          <ac:spMkLst>
            <pc:docMk/>
            <pc:sldMk cId="0" sldId="264"/>
            <ac:spMk id="303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64"/>
            <ac:spMk id="304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64"/>
            <ac:spMk id="305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44:48.962" v="33" actId="26606"/>
          <ac:spMkLst>
            <pc:docMk/>
            <pc:sldMk cId="0" sldId="264"/>
            <ac:spMk id="306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64"/>
            <ac:spMk id="307" creationId="{00000000-0000-0000-0000-000000000000}"/>
          </ac:spMkLst>
        </pc:spChg>
      </pc:sldChg>
      <pc:sldChg chg="modSp mod modClrScheme chgLayout modNotes">
        <pc:chgData name="Takuji Soga" userId="49ca70ca-043c-4399-ba13-3013893062f8" providerId="ADAL" clId="{F2ABA1FC-32E7-45F9-A8E7-18070012964C}" dt="2026-09-15T02:55:45.019" v="45" actId="26606"/>
        <pc:sldMkLst>
          <pc:docMk/>
          <pc:sldMk cId="0" sldId="265"/>
        </pc:sldMkLst>
        <pc:spChg chg="mod">
          <ac:chgData name="Takuji Soga" userId="49ca70ca-043c-4399-ba13-3013893062f8" providerId="ADAL" clId="{F2ABA1FC-32E7-45F9-A8E7-18070012964C}" dt="2026-09-15T02:44:48.962" v="33" actId="26606"/>
          <ac:spMkLst>
            <pc:docMk/>
            <pc:sldMk cId="0" sldId="265"/>
            <ac:spMk id="2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65"/>
            <ac:spMk id="3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44:48.962" v="33" actId="26606"/>
          <ac:spMkLst>
            <pc:docMk/>
            <pc:sldMk cId="0" sldId="265"/>
            <ac:spMk id="11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65"/>
            <ac:spMk id="13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44:48.962" v="33" actId="26606"/>
          <ac:spMkLst>
            <pc:docMk/>
            <pc:sldMk cId="0" sldId="265"/>
            <ac:spMk id="15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44:48.962" v="33" actId="26606"/>
          <ac:spMkLst>
            <pc:docMk/>
            <pc:sldMk cId="0" sldId="265"/>
            <ac:spMk id="16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65"/>
            <ac:spMk id="19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65"/>
            <ac:spMk id="21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44:48.962" v="33" actId="26606"/>
          <ac:spMkLst>
            <pc:docMk/>
            <pc:sldMk cId="0" sldId="265"/>
            <ac:spMk id="23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65"/>
            <ac:spMk id="24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65"/>
            <ac:spMk id="29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44:48.962" v="33" actId="26606"/>
          <ac:spMkLst>
            <pc:docMk/>
            <pc:sldMk cId="0" sldId="265"/>
            <ac:spMk id="32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44:48.962" v="33" actId="26606"/>
          <ac:spMkLst>
            <pc:docMk/>
            <pc:sldMk cId="0" sldId="265"/>
            <ac:spMk id="35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46:09.818" v="37" actId="26606"/>
          <ac:spMkLst>
            <pc:docMk/>
            <pc:sldMk cId="0" sldId="265"/>
            <ac:spMk id="37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65"/>
            <ac:spMk id="43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65"/>
            <ac:spMk id="45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65"/>
            <ac:spMk id="48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44:48.962" v="33" actId="26606"/>
          <ac:spMkLst>
            <pc:docMk/>
            <pc:sldMk cId="0" sldId="265"/>
            <ac:spMk id="51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46:09.818" v="37" actId="26606"/>
          <ac:spMkLst>
            <pc:docMk/>
            <pc:sldMk cId="0" sldId="265"/>
            <ac:spMk id="53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44:48.962" v="33" actId="26606"/>
          <ac:spMkLst>
            <pc:docMk/>
            <pc:sldMk cId="0" sldId="265"/>
            <ac:spMk id="56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65"/>
            <ac:spMk id="58" creationId="{00000000-0000-0000-0000-000000000000}"/>
          </ac:spMkLst>
        </pc:spChg>
      </pc:sldChg>
      <pc:sldChg chg="modSp mod modClrScheme chgLayout modNotes">
        <pc:chgData name="Takuji Soga" userId="49ca70ca-043c-4399-ba13-3013893062f8" providerId="ADAL" clId="{F2ABA1FC-32E7-45F9-A8E7-18070012964C}" dt="2026-09-15T02:55:45.019" v="45" actId="26606"/>
        <pc:sldMkLst>
          <pc:docMk/>
          <pc:sldMk cId="0" sldId="266"/>
        </pc:sldMkLst>
        <pc:spChg chg="mod">
          <ac:chgData name="Takuji Soga" userId="49ca70ca-043c-4399-ba13-3013893062f8" providerId="ADAL" clId="{F2ABA1FC-32E7-45F9-A8E7-18070012964C}" dt="2026-09-15T02:44:48.962" v="33" actId="26606"/>
          <ac:spMkLst>
            <pc:docMk/>
            <pc:sldMk cId="0" sldId="266"/>
            <ac:spMk id="2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66"/>
            <ac:spMk id="3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66"/>
            <ac:spMk id="9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66"/>
            <ac:spMk id="11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44:48.962" v="33" actId="26606"/>
          <ac:spMkLst>
            <pc:docMk/>
            <pc:sldMk cId="0" sldId="266"/>
            <ac:spMk id="12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66"/>
            <ac:spMk id="14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44:48.962" v="33" actId="26606"/>
          <ac:spMkLst>
            <pc:docMk/>
            <pc:sldMk cId="0" sldId="266"/>
            <ac:spMk id="21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44:48.962" v="33" actId="26606"/>
          <ac:spMkLst>
            <pc:docMk/>
            <pc:sldMk cId="0" sldId="266"/>
            <ac:spMk id="25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66"/>
            <ac:spMk id="29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66"/>
            <ac:spMk id="45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66"/>
            <ac:spMk id="50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44:48.962" v="33" actId="26606"/>
          <ac:spMkLst>
            <pc:docMk/>
            <pc:sldMk cId="0" sldId="266"/>
            <ac:spMk id="51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66"/>
            <ac:spMk id="52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55:45.019" v="45" actId="26606"/>
          <ac:spMkLst>
            <pc:docMk/>
            <pc:sldMk cId="0" sldId="266"/>
            <ac:spMk id="55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44:48.962" v="33" actId="26606"/>
          <ac:spMkLst>
            <pc:docMk/>
            <pc:sldMk cId="0" sldId="266"/>
            <ac:spMk id="57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44:48.962" v="33" actId="26606"/>
          <ac:spMkLst>
            <pc:docMk/>
            <pc:sldMk cId="0" sldId="266"/>
            <ac:spMk id="61" creationId="{00000000-0000-0000-0000-000000000000}"/>
          </ac:spMkLst>
        </pc:spChg>
        <pc:spChg chg="mod">
          <ac:chgData name="Takuji Soga" userId="49ca70ca-043c-4399-ba13-3013893062f8" providerId="ADAL" clId="{F2ABA1FC-32E7-45F9-A8E7-18070012964C}" dt="2026-09-15T02:44:48.962" v="33" actId="26606"/>
          <ac:spMkLst>
            <pc:docMk/>
            <pc:sldMk cId="0" sldId="266"/>
            <ac:spMk id="64" creationId="{00000000-0000-0000-0000-000000000000}"/>
          </ac:spMkLst>
        </pc:spChg>
      </pc:sldChg>
      <pc:sldMasterChg chg="add addSldLayout delSldLayout modSldLayout sldLayoutOrd">
        <pc:chgData name="Takuji Soga" userId="49ca70ca-043c-4399-ba13-3013893062f8" providerId="ADAL" clId="{F2ABA1FC-32E7-45F9-A8E7-18070012964C}" dt="2026-09-15T02:55:45.019" v="45" actId="26606"/>
        <pc:sldMasterMkLst>
          <pc:docMk/>
          <pc:sldMasterMk cId="0" sldId="2147483648"/>
        </pc:sldMasterMkLst>
        <pc:sldLayoutChg chg="mod ord">
          <pc:chgData name="Takuji Soga" userId="49ca70ca-043c-4399-ba13-3013893062f8" providerId="ADAL" clId="{F2ABA1FC-32E7-45F9-A8E7-18070012964C}" dt="2026-09-15T02:55:45.019" v="45" actId="26606"/>
          <pc:sldLayoutMkLst>
            <pc:docMk/>
            <pc:sldMasterMk cId="0" sldId="2147483648"/>
            <pc:sldLayoutMk cId="0" sldId="2147483649"/>
          </pc:sldLayoutMkLst>
        </pc:sldLayoutChg>
        <pc:sldLayoutChg chg="add">
          <pc:chgData name="Takuji Soga" userId="49ca70ca-043c-4399-ba13-3013893062f8" providerId="ADAL" clId="{F2ABA1FC-32E7-45F9-A8E7-18070012964C}" dt="2026-09-15T02:55:45.019" v="45" actId="26606"/>
          <pc:sldLayoutMkLst>
            <pc:docMk/>
            <pc:sldMasterMk cId="0" sldId="2147483648"/>
            <pc:sldLayoutMk cId="0" sldId="2147483650"/>
          </pc:sldLayoutMkLst>
        </pc:sldLayoutChg>
        <pc:sldLayoutChg chg="modSp del mod ord">
          <pc:chgData name="Takuji Soga" userId="49ca70ca-043c-4399-ba13-3013893062f8" providerId="ADAL" clId="{F2ABA1FC-32E7-45F9-A8E7-18070012964C}" dt="2026-09-15T02:55:45.019" v="45" actId="26606"/>
          <pc:sldLayoutMkLst>
            <pc:docMk/>
            <pc:sldMasterMk cId="0" sldId="2147483648"/>
            <pc:sldLayoutMk cId="0" sldId="2147483652"/>
          </pc:sldLayoutMkLst>
          <pc:spChg chg="mod">
            <ac:chgData name="Takuji Soga" userId="49ca70ca-043c-4399-ba13-3013893062f8" providerId="ADAL" clId="{F2ABA1FC-32E7-45F9-A8E7-18070012964C}" dt="2026-09-15T02:55:45.019" v="45" actId="26606"/>
            <ac:spMkLst>
              <pc:docMk/>
              <pc:sldMasterMk cId="0" sldId="2147483648"/>
              <pc:sldLayoutMk cId="0" sldId="2147483652"/>
              <ac:spMk id="25" creationId="{00000000-0000-0000-0000-000000000000}"/>
            </ac:spMkLst>
          </pc:spChg>
        </pc:sldLayoutChg>
      </pc:sldMasterChg>
      <pc:sldMasterChg chg="add del replId addSldLayout delSldLayout modSldLayout sldLayoutOrd">
        <pc:chgData name="Takuji Soga" userId="49ca70ca-043c-4399-ba13-3013893062f8" providerId="ADAL" clId="{F2ABA1FC-32E7-45F9-A8E7-18070012964C}" dt="2026-09-15T02:55:45.019" v="45" actId="26606"/>
        <pc:sldMasterMkLst>
          <pc:docMk/>
          <pc:sldMasterMk cId="0" sldId="2147483651"/>
        </pc:sldMasterMkLst>
        <pc:sldLayoutChg chg="mod ord">
          <pc:chgData name="Takuji Soga" userId="49ca70ca-043c-4399-ba13-3013893062f8" providerId="ADAL" clId="{F2ABA1FC-32E7-45F9-A8E7-18070012964C}" dt="2026-09-15T02:48:07.251" v="43" actId="26606"/>
          <pc:sldLayoutMkLst>
            <pc:docMk/>
            <pc:sldMasterMk cId="0" sldId="2147483648"/>
            <pc:sldLayoutMk cId="0" sldId="2147483649"/>
          </pc:sldLayoutMkLst>
        </pc:sldLayoutChg>
        <pc:sldLayoutChg chg="add replId">
          <pc:chgData name="Takuji Soga" userId="49ca70ca-043c-4399-ba13-3013893062f8" providerId="ADAL" clId="{F2ABA1FC-32E7-45F9-A8E7-18070012964C}" dt="2026-09-15T02:55:44.848" v="44" actId="26606"/>
          <pc:sldLayoutMkLst>
            <pc:docMk/>
            <pc:sldMasterMk cId="0" sldId="2147483648"/>
            <pc:sldLayoutMk cId="0" sldId="2147483652"/>
          </pc:sldLayoutMkLst>
        </pc:sldLayoutChg>
        <pc:sldLayoutChg chg="modSp del mod ord">
          <pc:chgData name="Takuji Soga" userId="49ca70ca-043c-4399-ba13-3013893062f8" providerId="ADAL" clId="{F2ABA1FC-32E7-45F9-A8E7-18070012964C}" dt="2026-09-15T02:48:07.251" v="43" actId="26606"/>
          <pc:sldLayoutMkLst>
            <pc:docMk/>
            <pc:sldMasterMk cId="0" sldId="2147483651"/>
            <pc:sldLayoutMk cId="0" sldId="2147483652"/>
          </pc:sldLayoutMkLst>
          <pc:spChg chg="mod">
            <ac:chgData name="Takuji Soga" userId="49ca70ca-043c-4399-ba13-3013893062f8" providerId="ADAL" clId="{F2ABA1FC-32E7-45F9-A8E7-18070012964C}" dt="2026-09-15T02:48:07.251" v="43" actId="26606"/>
            <ac:spMkLst>
              <pc:docMk/>
              <pc:sldMasterMk cId="0" sldId="2147483651"/>
              <pc:sldLayoutMk cId="0" sldId="2147483652"/>
              <ac:spMk id="25" creationId="{00000000-0000-0000-0000-000000000000}"/>
            </ac:spMkLst>
          </pc:spChg>
        </pc:sldLayoutChg>
      </pc:sldMasterChg>
      <pc:sldMasterChg chg="add del replId addSldLayout delSldLayout modSldLayout sldLayoutOrd">
        <pc:chgData name="Takuji Soga" userId="49ca70ca-043c-4399-ba13-3013893062f8" providerId="ADAL" clId="{F2ABA1FC-32E7-45F9-A8E7-18070012964C}" dt="2026-09-15T02:46:55.526" v="39" actId="26606"/>
        <pc:sldMasterMkLst>
          <pc:docMk/>
          <pc:sldMasterMk cId="0" sldId="2147483651"/>
        </pc:sldMasterMkLst>
        <pc:sldLayoutChg chg="mod ord">
          <pc:chgData name="Takuji Soga" userId="49ca70ca-043c-4399-ba13-3013893062f8" providerId="ADAL" clId="{F2ABA1FC-32E7-45F9-A8E7-18070012964C}" dt="2026-09-15T02:46:09.818" v="37" actId="26606"/>
          <pc:sldLayoutMkLst>
            <pc:docMk/>
            <pc:sldMasterMk cId="0" sldId="2147483648"/>
            <pc:sldLayoutMk cId="0" sldId="2147483649"/>
          </pc:sldLayoutMkLst>
        </pc:sldLayoutChg>
        <pc:sldLayoutChg chg="add replId">
          <pc:chgData name="Takuji Soga" userId="49ca70ca-043c-4399-ba13-3013893062f8" providerId="ADAL" clId="{F2ABA1FC-32E7-45F9-A8E7-18070012964C}" dt="2026-09-15T02:46:55.494" v="38" actId="26606"/>
          <pc:sldLayoutMkLst>
            <pc:docMk/>
            <pc:sldMasterMk cId="0" sldId="2147483651"/>
            <pc:sldLayoutMk cId="0" sldId="2147483652"/>
          </pc:sldLayoutMkLst>
          <pc:spChg chg="mod">
            <ac:chgData name="Takuji Soga" userId="49ca70ca-043c-4399-ba13-3013893062f8" providerId="ADAL" clId="{F2ABA1FC-32E7-45F9-A8E7-18070012964C}" dt="2026-09-15T02:46:09.818" v="37" actId="26606"/>
            <ac:spMkLst>
              <pc:docMk/>
              <pc:sldMasterMk cId="0" sldId="2147483651"/>
              <pc:sldLayoutMk cId="0" sldId="2147483652"/>
              <ac:spMk id="25" creationId="{00000000-0000-0000-0000-000000000000}"/>
            </ac:spMkLst>
          </pc:spChg>
        </pc:sldLayoutChg>
        <pc:sldLayoutChg chg="add replId">
          <pc:chgData name="Takuji Soga" userId="49ca70ca-043c-4399-ba13-3013893062f8" providerId="ADAL" clId="{F2ABA1FC-32E7-45F9-A8E7-18070012964C}" dt="2026-09-15T02:48:07.224" v="42" actId="26606"/>
          <pc:sldLayoutMkLst>
            <pc:docMk/>
            <pc:sldMasterMk cId="0" sldId="2147483651"/>
            <pc:sldLayoutMk cId="0" sldId="214748365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［表紙］タイトル・サブタイトル・目的を記入します。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［アジェンダ］本日の論点を</a:t>
            </a:r>
            <a:r>
              <a:rPr lang="en-US" altLang="ja-JP"/>
              <a:t>4</a:t>
            </a:r>
            <a:r>
              <a:rPr lang="ja-JP" altLang="en-US"/>
              <a:t>項目で提示します。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［エグゼクティブサマリー］現状・課題・機会・承認依頼を</a:t>
            </a:r>
            <a:r>
              <a:rPr lang="en-US" altLang="ja-JP"/>
              <a:t>1</a:t>
            </a:r>
            <a:r>
              <a:rPr lang="ja-JP" altLang="en-US"/>
              <a:t>枚で示します。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［実績］主要</a:t>
            </a:r>
            <a:r>
              <a:rPr lang="en-US" altLang="ja-JP"/>
              <a:t>3</a:t>
            </a:r>
            <a:r>
              <a:rPr lang="ja-JP" altLang="en-US"/>
              <a:t>指標と分類別データ、示唆を記載します。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［ポートフォリオ］</a:t>
            </a:r>
            <a:r>
              <a:rPr lang="en-US" altLang="ja-JP"/>
              <a:t>2</a:t>
            </a:r>
            <a:r>
              <a:rPr lang="ja-JP" altLang="en-US"/>
              <a:t>軸バブルで投資判断を示します。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［優先順位］区分別の指標と方針を上位から並べます。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［候補比較］候補</a:t>
            </a:r>
            <a:r>
              <a:rPr lang="en-US" altLang="ja-JP"/>
              <a:t>3</a:t>
            </a:r>
            <a:r>
              <a:rPr lang="ja-JP" altLang="en-US"/>
              <a:t>件を同じ指標で比較します。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［実行計画］</a:t>
            </a:r>
            <a:r>
              <a:rPr lang="en-US" altLang="ja-JP"/>
              <a:t>90</a:t>
            </a:r>
            <a:r>
              <a:rPr lang="ja-JP" altLang="en-US"/>
              <a:t>日間のフェーズ別アクションを示します。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［クロージング］結論と依頼事項を再掲します。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ARD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55D9"/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>
                <a:solidFill>
                  <a:srgbClr val="6363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 / BOARD 20XX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10881360" y="64922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8A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</a:t>
            </a:r>
            <a:endParaRPr lang="en-US" sz="7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636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636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22d93e2a6a.png"/>
          <p:cNvPicPr>
            <a:picLocks noChangeAspect="1"/>
          </p:cNvPicPr>
          <p:nvPr/>
        </p:nvPicPr>
        <p:blipFill>
          <a:blip r:embed="rId3"/>
          <a:srcRect l="16076" r="16076"/>
          <a:stretch/>
        </p:blipFill>
        <p:spPr>
          <a:xfrm>
            <a:off x="5212080" y="0"/>
            <a:ext cx="697961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12080" y="0"/>
            <a:ext cx="914400" cy="6858000"/>
          </a:xfrm>
          <a:prstGeom prst="rect">
            <a:avLst/>
          </a:prstGeom>
          <a:solidFill>
            <a:srgbClr val="151515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1"/>
          <p:cNvSpPr/>
          <p:nvPr/>
        </p:nvSpPr>
        <p:spPr>
          <a:xfrm>
            <a:off x="594360" y="65836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80">
                <a:solidFill>
                  <a:srgbClr val="76A2FF"/>
                </a:solidFill>
              </a:rPr>
              <a:t>20XX</a:t>
            </a:r>
            <a:r>
              <a:rPr lang="en-US" sz="1100" b="1" kern="0" spc="180" dirty="0">
                <a:solidFill>
                  <a:srgbClr val="76A2FF"/>
                </a:solidFill>
              </a:rPr>
              <a:t> / ANNUAL BOARD REVIEW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94360" y="123444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3800" b="1">
                <a:solidFill>
                  <a:srgbClr val="FFFFFF"/>
                </a:solidFill>
              </a:rPr>
              <a:t>［タイトル］</a:t>
            </a:r>
          </a:p>
          <a:p>
            <a:pPr marL="0" indent="0">
              <a:buNone/>
            </a:pPr>
            <a:r>
              <a:rPr lang="ja-JP" altLang="en-US" sz="3800" b="1">
                <a:solidFill>
                  <a:srgbClr val="FFFFFF"/>
                </a:solidFill>
              </a:rPr>
              <a:t>［サブタイトル］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94360" y="3017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700">
                <a:solidFill>
                  <a:srgbClr val="D9D9D9"/>
                </a:solidFill>
              </a:rPr>
              <a:t>［資料の目的・概要を1行で記載］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94360" y="59436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ja-JP" sz="1100">
                <a:solidFill>
                  <a:srgbClr val="AFAFAF"/>
                </a:solidFill>
              </a:rPr>
              <a:t>［会社名］  |  20XX年度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636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1455D9"/>
                </a:solidFill>
              </a:rPr>
              <a:t>01 / 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ja-JP" altLang="en-US" sz="2700" b="1">
                <a:solidFill>
                  <a:srgbClr val="151515"/>
                </a:solidFill>
              </a:rPr>
              <a:t>［本日のメッセージを一文で］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3533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1150">
                <a:solidFill>
                  <a:srgbClr val="656565"/>
                </a:solidFill>
              </a:rPr>
              <a:t>［背景と結論を1行で（主要指標の変化を添える）］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55D9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874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ja-JP" sz="1800" b="1">
                <a:solidFill>
                  <a:srgbClr val="151515"/>
                </a:solidFill>
              </a:rPr>
              <a:t>［アジェンダ項目①］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937760" y="1874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300">
                <a:solidFill>
                  <a:srgbClr val="656565"/>
                </a:solidFill>
              </a:rPr>
              <a:t>［項目①の補足・主要数値］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468880"/>
            <a:ext cx="10789920" cy="1"/>
          </a:xfrm>
          <a:prstGeom prst="line">
            <a:avLst/>
          </a:prstGeom>
          <a:noFill/>
          <a:ln w="12700">
            <a:solidFill>
              <a:srgbClr val="CFCBC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594360" y="283464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55D9"/>
                </a:solidFill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2834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800" b="1">
                <a:solidFill>
                  <a:srgbClr val="151515"/>
                </a:solidFill>
              </a:rPr>
              <a:t>［アジェンダ項目②］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2834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300">
                <a:solidFill>
                  <a:srgbClr val="656565"/>
                </a:solidFill>
              </a:rPr>
              <a:t>［項目②の補足・主要数値］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429000"/>
            <a:ext cx="10789920" cy="1"/>
          </a:xfrm>
          <a:prstGeom prst="line">
            <a:avLst/>
          </a:prstGeom>
          <a:noFill/>
          <a:ln w="12700">
            <a:solidFill>
              <a:srgbClr val="CFCBC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94360" y="37947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55D9"/>
                </a:solidFill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3794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800" b="1">
                <a:solidFill>
                  <a:srgbClr val="151515"/>
                </a:solidFill>
              </a:rPr>
              <a:t>［アジェンダ項目③］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0" y="37947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300">
                <a:solidFill>
                  <a:srgbClr val="656565"/>
                </a:solidFill>
              </a:rPr>
              <a:t>［項目③の補足・主要数値］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4389120"/>
            <a:ext cx="10789920" cy="1"/>
          </a:xfrm>
          <a:prstGeom prst="line">
            <a:avLst/>
          </a:prstGeom>
          <a:noFill/>
          <a:ln w="12700">
            <a:solidFill>
              <a:srgbClr val="CFCBC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594360" y="47548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55D9"/>
                </a:solidFill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4754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800" b="1">
                <a:solidFill>
                  <a:srgbClr val="151515"/>
                </a:solidFill>
              </a:rPr>
              <a:t>［アジェンダ項目④］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37760" y="47548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300">
                <a:solidFill>
                  <a:srgbClr val="656565"/>
                </a:solidFill>
              </a:rPr>
              <a:t>［項目④の補足・主要数値］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5349240"/>
            <a:ext cx="10789920" cy="1"/>
          </a:xfrm>
          <a:prstGeom prst="line">
            <a:avLst/>
          </a:prstGeom>
          <a:noFill/>
          <a:ln w="12700">
            <a:solidFill>
              <a:srgbClr val="CFCBC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636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1455D9"/>
                </a:solidFill>
              </a:rPr>
              <a:t>02 / 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ja-JP" altLang="en-US" sz="2700" b="1">
                <a:solidFill>
                  <a:srgbClr val="151515"/>
                </a:solidFill>
              </a:rPr>
              <a:t>［エグゼクティブサマリーの結論を一文で］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3533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150">
                <a:solidFill>
                  <a:srgbClr val="656565"/>
                </a:solidFill>
              </a:rPr>
              <a:t>［結論を支える方針を1〜2行で］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333756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CFCBC3"/>
            </a:solidFill>
            <a:prstDash val="solid"/>
          </a:ln>
          <a:effectLst>
            <a:outerShdw blurRad="1524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000" b="1" kern="0" spc="120">
                <a:solidFill>
                  <a:srgbClr val="1455D9"/>
                </a:solidFill>
              </a:rPr>
              <a:t>現状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5420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2100" b="1">
                <a:solidFill>
                  <a:srgbClr val="151515"/>
                </a:solidFill>
              </a:rPr>
              <a:t>［現状を示す主要指標］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22960" y="3182112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150">
                <a:solidFill>
                  <a:srgbClr val="656565"/>
                </a:solidFill>
              </a:rPr>
              <a:t>［現状の補足指標・前年比］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874520"/>
            <a:ext cx="333756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CFCBC3"/>
            </a:solidFill>
            <a:prstDash val="solid"/>
          </a:ln>
          <a:effectLst>
            <a:outerShdw blurRad="1524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526280" y="21031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000" b="1" kern="0" spc="120">
                <a:solidFill>
                  <a:srgbClr val="1455D9"/>
                </a:solidFill>
              </a:rPr>
              <a:t>課題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26280" y="25420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2100" b="1">
                <a:solidFill>
                  <a:srgbClr val="151515"/>
                </a:solidFill>
              </a:rPr>
              <a:t>［課題の要点］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526280" y="3182112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150">
                <a:solidFill>
                  <a:srgbClr val="656565"/>
                </a:solidFill>
              </a:rPr>
              <a:t>［課題を裏づけるデータ］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01000" y="1874520"/>
            <a:ext cx="3337560" cy="2057400"/>
          </a:xfrm>
          <a:prstGeom prst="roundRect">
            <a:avLst>
              <a:gd name="adj" fmla="val 3111"/>
            </a:avLst>
          </a:prstGeom>
          <a:solidFill>
            <a:srgbClr val="E7EEFF"/>
          </a:solidFill>
          <a:ln w="12700">
            <a:solidFill>
              <a:srgbClr val="1455D9"/>
            </a:solidFill>
            <a:prstDash val="solid"/>
          </a:ln>
          <a:effectLst>
            <a:outerShdw blurRad="1524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8229600" y="21031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000" b="1" kern="0" spc="120">
                <a:solidFill>
                  <a:srgbClr val="1455D9"/>
                </a:solidFill>
              </a:rPr>
              <a:t>機会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0" y="25420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2100" b="1">
                <a:solidFill>
                  <a:srgbClr val="151515"/>
                </a:solidFill>
              </a:rPr>
              <a:t>［機会の要点］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229600" y="3182112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150">
                <a:solidFill>
                  <a:srgbClr val="656565"/>
                </a:solidFill>
              </a:rPr>
              <a:t>［機会を裏づけるデータ］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4434840"/>
            <a:ext cx="10744200" cy="1005840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868680" y="471830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000" b="1">
                <a:solidFill>
                  <a:srgbClr val="76A2FF"/>
                </a:solidFill>
              </a:rPr>
              <a:t>本日の承認依頼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0320" y="448056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2000" b="1">
                <a:solidFill>
                  <a:srgbClr val="FFFFFF"/>
                </a:solidFill>
              </a:rPr>
              <a:t>① ［承認事項①：内容を簡潔に］</a:t>
            </a:r>
          </a:p>
          <a:p>
            <a:pPr marL="0" indent="0">
              <a:buNone/>
            </a:pPr>
            <a:r>
              <a:rPr lang="ja-JP" altLang="en-US" sz="2000" b="1">
                <a:solidFill>
                  <a:srgbClr val="FFFFFF"/>
                </a:solidFill>
              </a:rPr>
              <a:t>② ［承認事項②：内容を簡潔に］</a:t>
            </a:r>
          </a:p>
          <a:p>
            <a:pPr marL="0" indent="0">
              <a:buNone/>
            </a:pPr>
            <a:r>
              <a:rPr lang="ja-JP" altLang="en-US" sz="2000" b="1">
                <a:solidFill>
                  <a:srgbClr val="FFFFFF"/>
                </a:solidFill>
              </a:rPr>
              <a:t>③ ［承認事項③：内容を簡潔に］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636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1455D9"/>
                </a:solidFill>
              </a:rPr>
              <a:t>03 / PERFORMANCE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ja-JP" altLang="en-US" sz="2700" b="1">
                <a:solidFill>
                  <a:srgbClr val="151515"/>
                </a:solidFill>
              </a:rPr>
              <a:t>［実績のポイントを一文で］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3533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150">
                <a:solidFill>
                  <a:srgbClr val="656565"/>
                </a:solidFill>
              </a:rPr>
              <a:t>［その示唆を1行で］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ja-JP" sz="1100" b="1">
                <a:solidFill>
                  <a:srgbClr val="656565"/>
                </a:solidFill>
              </a:rPr>
              <a:t>［指標①名称］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157984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51515"/>
                </a:solidFill>
              </a:rPr>
              <a:t>00.0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938528" y="242316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200">
                <a:solidFill>
                  <a:srgbClr val="656565"/>
                </a:solidFill>
              </a:rPr>
              <a:t>億円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C7A62"/>
                </a:solidFill>
              </a:rPr>
              <a:t>＋0.0</a:t>
            </a:r>
            <a:r>
              <a:rPr lang="en-US" sz="1300" b="1" dirty="0">
                <a:solidFill>
                  <a:srgbClr val="2C7A62"/>
                </a:solidFill>
              </a:rPr>
              <a:t>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0" y="18288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ja-JP" sz="1100" b="1">
                <a:solidFill>
                  <a:srgbClr val="656565"/>
                </a:solidFill>
              </a:rPr>
              <a:t>［指標②名称］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2157984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51515"/>
                </a:solidFill>
              </a:rPr>
              <a:t>00.0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498848" y="242316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200">
                <a:solidFill>
                  <a:srgbClr val="656565"/>
                </a:solidFill>
              </a:rPr>
              <a:t>億円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28803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C7A62"/>
                </a:solidFill>
              </a:rPr>
              <a:t>＋0.0</a:t>
            </a:r>
            <a:r>
              <a:rPr lang="en-US" sz="1300" b="1" dirty="0">
                <a:solidFill>
                  <a:srgbClr val="2C7A62"/>
                </a:solidFill>
              </a:rPr>
              <a:t>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60720" y="18288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ja-JP" sz="1100" b="1">
                <a:solidFill>
                  <a:srgbClr val="656565"/>
                </a:solidFill>
              </a:rPr>
              <a:t>［指標③名称］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0" y="2157984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51515"/>
                </a:solidFill>
              </a:rPr>
              <a:t>00.0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7059168" y="242316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6565"/>
                </a:solidFill>
              </a:rPr>
              <a:t>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60720" y="28803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B84747"/>
                </a:solidFill>
              </a:rPr>
              <a:t>－0.0pt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0" y="1737360"/>
            <a:ext cx="31089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BC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8549640" y="1920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ja-JP" altLang="en-US" sz="1700" b="1">
                <a:solidFill>
                  <a:srgbClr val="A0A0A0"/>
                </a:solidFill>
              </a:rPr>
              <a:t>［分類別 指標A × 指標B］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49640" y="237744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ja-JP" altLang="en-US" sz="1000">
                <a:solidFill>
                  <a:srgbClr val="656565"/>
                </a:solidFill>
              </a:rPr>
              <a:t>［項目1］　＋0.0%／00.0%</a:t>
            </a:r>
          </a:p>
          <a:p>
            <a:pPr marL="0" indent="0" algn="ctr">
              <a:buNone/>
            </a:pPr>
            <a:r>
              <a:rPr lang="ja-JP" altLang="en-US" sz="1000">
                <a:solidFill>
                  <a:srgbClr val="656565"/>
                </a:solidFill>
              </a:rPr>
              <a:t>［項目2］　＋0.0%／00.0%</a:t>
            </a:r>
          </a:p>
          <a:p>
            <a:pPr marL="0" indent="0" algn="ctr">
              <a:buNone/>
            </a:pPr>
            <a:r>
              <a:rPr lang="ja-JP" altLang="en-US" sz="1000">
                <a:solidFill>
                  <a:srgbClr val="656565"/>
                </a:solidFill>
              </a:rPr>
              <a:t>［項目3］　＋0.0%／00.0%</a:t>
            </a:r>
          </a:p>
          <a:p>
            <a:pPr marL="0" indent="0" algn="ctr">
              <a:buNone/>
            </a:pPr>
            <a:r>
              <a:rPr lang="ja-JP" altLang="en-US" sz="1000">
                <a:solidFill>
                  <a:srgbClr val="656565"/>
                </a:solidFill>
              </a:rPr>
              <a:t>［項目4］　＋0.0%／00.0%</a:t>
            </a:r>
          </a:p>
          <a:p>
            <a:pPr marL="0" indent="0" algn="ctr">
              <a:buNone/>
            </a:pPr>
            <a:r>
              <a:rPr lang="ja-JP" altLang="en-US" sz="1000">
                <a:solidFill>
                  <a:srgbClr val="656565"/>
                </a:solidFill>
              </a:rPr>
              <a:t>［項目5］　＋0.0%／00.0%</a:t>
            </a:r>
          </a:p>
          <a:p>
            <a:pPr marL="0" indent="0" algn="ctr">
              <a:buNone/>
            </a:pPr>
            <a:r>
              <a:rPr lang="ja-JP" altLang="en-US" sz="1000">
                <a:solidFill>
                  <a:srgbClr val="656565"/>
                </a:solidFill>
              </a:rPr>
              <a:t>［項目6］　＋0.0%／00.0%</a:t>
            </a:r>
          </a:p>
          <a:p>
            <a:pPr marL="0" indent="0" algn="ctr">
              <a:buNone/>
            </a:pPr>
            <a:r>
              <a:rPr lang="ja-JP" altLang="en-US" sz="1000">
                <a:solidFill>
                  <a:srgbClr val="656565"/>
                </a:solidFill>
              </a:rPr>
              <a:t>（指標A／指標B、20XX年）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8404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55D9"/>
                </a:solidFill>
              </a:rPr>
              <a:t>示唆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187952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2300" b="1">
                <a:solidFill>
                  <a:srgbClr val="151515"/>
                </a:solidFill>
              </a:rPr>
              <a:t>［データから読み取れる示唆を2〜3行で記載］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636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60" dirty="0">
                <a:solidFill>
                  <a:srgbClr val="1455D9"/>
                </a:solidFill>
              </a:rPr>
              <a:t>04 / PORTFOLIO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altLang="ja-JP" sz="2700" b="1">
                <a:solidFill>
                  <a:srgbClr val="151515"/>
                </a:solidFill>
              </a:rPr>
              <a:t>［ポートフォリオ分析の結論を一文で］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3533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150">
                <a:solidFill>
                  <a:srgbClr val="656565"/>
                </a:solidFill>
              </a:rPr>
              <a:t>［横軸＝指標A、縦軸＝指標B、バブル＝規模。基準線は全体平均（0.0%／0.0%）］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77240" y="1901952"/>
            <a:ext cx="6309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BC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3517305" y="1901952"/>
            <a:ext cx="1" cy="3657600"/>
          </a:xfrm>
          <a:prstGeom prst="line">
            <a:avLst/>
          </a:prstGeom>
          <a:noFill/>
          <a:ln w="12700">
            <a:solidFill>
              <a:srgbClr val="CFCBC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777240" y="4096512"/>
            <a:ext cx="6309360" cy="1"/>
          </a:xfrm>
          <a:prstGeom prst="line">
            <a:avLst/>
          </a:prstGeom>
          <a:noFill/>
          <a:ln w="12700">
            <a:solidFill>
              <a:srgbClr val="CFCBC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005840" y="1950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56565"/>
                </a:solidFill>
              </a:rPr>
              <a:t>［象限①ラベル］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06240" y="1950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56565"/>
                </a:solidFill>
              </a:rPr>
              <a:t>［象限②ラベル］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5280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56565"/>
                </a:solidFill>
              </a:rPr>
              <a:t>［象限③ラベル］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00000" y="5280000"/>
            <a:ext cx="210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656565"/>
                </a:solidFill>
              </a:rPr>
              <a:t>［象限④ラベル］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10878" y="2213646"/>
            <a:ext cx="430000" cy="430000"/>
          </a:xfrm>
          <a:prstGeom prst="ellipse">
            <a:avLst/>
          </a:prstGeom>
          <a:solidFill>
            <a:srgbClr val="2C7A62">
              <a:alpha val="85000"/>
            </a:srgbClr>
          </a:solidFill>
          <a:ln w="12700">
            <a:solidFill>
              <a:srgbClr val="2C7A6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1925878" y="2673646"/>
            <a:ext cx="12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000" b="1">
                <a:solidFill>
                  <a:srgbClr val="151515"/>
                </a:solidFill>
              </a:rPr>
              <a:t>［項目3］</a:t>
            </a:r>
          </a:p>
          <a:p>
            <a:pPr marL="0" indent="0" algn="ctr">
              <a:buNone/>
            </a:pPr>
            <a:r>
              <a:rPr lang="en-US" altLang="ja-JP" sz="1000" b="1">
                <a:solidFill>
                  <a:srgbClr val="151515"/>
                </a:solidFill>
              </a:rPr>
              <a:t>＋0.0%／00.0%／0.00</a:t>
            </a:r>
            <a:endParaRPr lang="en-US" sz="700"/>
          </a:p>
        </p:txBody>
      </p:sp>
      <p:sp>
        <p:nvSpPr>
          <p:cNvPr id="14" name="Shape 12"/>
          <p:cNvSpPr/>
          <p:nvPr/>
        </p:nvSpPr>
        <p:spPr>
          <a:xfrm>
            <a:off x="4842605" y="3015634"/>
            <a:ext cx="450000" cy="450000"/>
          </a:xfrm>
          <a:prstGeom prst="ellipse">
            <a:avLst/>
          </a:prstGeom>
          <a:solidFill>
            <a:srgbClr val="1455D9">
              <a:alpha val="85000"/>
            </a:srgbClr>
          </a:solidFill>
          <a:ln w="12700">
            <a:solidFill>
              <a:srgbClr val="1455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467605" y="3495634"/>
            <a:ext cx="12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000" b="1">
                <a:solidFill>
                  <a:srgbClr val="151515"/>
                </a:solidFill>
              </a:rPr>
              <a:t>［項目2］</a:t>
            </a:r>
          </a:p>
          <a:p>
            <a:pPr marL="0" indent="0" algn="ctr">
              <a:buNone/>
            </a:pPr>
            <a:r>
              <a:rPr lang="en-US" altLang="ja-JP" sz="1000" b="1">
                <a:solidFill>
                  <a:srgbClr val="151515"/>
                </a:solidFill>
              </a:rPr>
              <a:t>＋0.0%／00.0%／0.00</a:t>
            </a:r>
            <a:endParaRPr lang="en-US" sz="700"/>
          </a:p>
        </p:txBody>
      </p:sp>
      <p:sp>
        <p:nvSpPr>
          <p:cNvPr id="16" name="Shape 14"/>
          <p:cNvSpPr/>
          <p:nvPr/>
        </p:nvSpPr>
        <p:spPr>
          <a:xfrm>
            <a:off x="805000" y="3684741"/>
            <a:ext cx="370000" cy="370000"/>
          </a:xfrm>
          <a:prstGeom prst="ellipse">
            <a:avLst/>
          </a:prstGeom>
          <a:solidFill>
            <a:schemeClr val="bg1">
              <a:lumMod val="50000"/>
              <a:alpha val="85000"/>
            </a:schemeClr>
          </a:solidFill>
          <a:ln w="12700">
            <a:solidFill>
              <a:srgbClr val="B0B0B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2192006" y="4870000"/>
            <a:ext cx="11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000" b="1" dirty="0">
                <a:solidFill>
                  <a:srgbClr val="151515"/>
                </a:solidFill>
              </a:rPr>
              <a:t>［項目6］</a:t>
            </a:r>
          </a:p>
          <a:p>
            <a:pPr marL="0" indent="0" algn="ctr">
              <a:buNone/>
            </a:pPr>
            <a:r>
              <a:rPr lang="en-US" altLang="ja-JP" sz="1000" b="1" dirty="0">
                <a:solidFill>
                  <a:srgbClr val="151515"/>
                </a:solidFill>
              </a:rPr>
              <a:t>＋0.0%／00.0%／0.00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846317" y="4709064"/>
            <a:ext cx="750000" cy="750000"/>
          </a:xfrm>
          <a:prstGeom prst="ellipse">
            <a:avLst/>
          </a:prstGeom>
          <a:solidFill>
            <a:srgbClr val="B84747">
              <a:alpha val="85000"/>
            </a:srgbClr>
          </a:solidFill>
          <a:ln w="12700">
            <a:solidFill>
              <a:srgbClr val="D66A2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5621317" y="4309064"/>
            <a:ext cx="12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000" b="1">
                <a:solidFill>
                  <a:srgbClr val="151515"/>
                </a:solidFill>
              </a:rPr>
              <a:t>［項目1］</a:t>
            </a:r>
          </a:p>
          <a:p>
            <a:pPr marL="0" indent="0" algn="ctr">
              <a:buNone/>
            </a:pPr>
            <a:r>
              <a:rPr lang="en-US" altLang="ja-JP" sz="1000" b="1">
                <a:solidFill>
                  <a:srgbClr val="151515"/>
                </a:solidFill>
              </a:rPr>
              <a:t>＋0.0%／00.0%／0.00</a:t>
            </a:r>
            <a:endParaRPr lang="en-US" sz="700"/>
          </a:p>
        </p:txBody>
      </p:sp>
      <p:sp>
        <p:nvSpPr>
          <p:cNvPr id="20" name="Text 18"/>
          <p:cNvSpPr/>
          <p:nvPr/>
        </p:nvSpPr>
        <p:spPr>
          <a:xfrm>
            <a:off x="182880" y="33375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000">
                <a:solidFill>
                  <a:srgbClr val="656565"/>
                </a:solidFill>
              </a:rPr>
              <a:t>［縦軸名］</a:t>
            </a:r>
            <a:r>
              <a:rPr lang="ja-JP" altLang="en-US" sz="1000" dirty="0">
                <a:solidFill>
                  <a:srgbClr val="656565"/>
                </a:solidFill>
              </a:rPr>
              <a:t>  ↑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34640" y="56692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ja-JP" altLang="en-US" sz="1000">
                <a:solidFill>
                  <a:srgbClr val="656565"/>
                </a:solidFill>
              </a:rPr>
              <a:t>［横軸名］</a:t>
            </a:r>
            <a:r>
              <a:rPr lang="ja-JP" altLang="en-US" sz="1000" dirty="0">
                <a:solidFill>
                  <a:srgbClr val="656565"/>
                </a:solidFill>
              </a:rPr>
              <a:t>  →</a:t>
            </a:r>
            <a:endParaRPr lang="en-US" sz="1000" dirty="0"/>
          </a:p>
        </p:txBody>
      </p:sp>
      <p:sp>
        <p:nvSpPr>
          <p:cNvPr id="301" name="Bubble Casual"/>
          <p:cNvSpPr/>
          <p:nvPr/>
        </p:nvSpPr>
        <p:spPr>
          <a:xfrm>
            <a:off x="1815495" y="4436512"/>
            <a:ext cx="580000" cy="580000"/>
          </a:xfrm>
          <a:prstGeom prst="ellipse">
            <a:avLst/>
          </a:prstGeom>
          <a:solidFill>
            <a:srgbClr val="8A8A8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2" name="Bubble Outer"/>
          <p:cNvSpPr/>
          <p:nvPr/>
        </p:nvSpPr>
        <p:spPr>
          <a:xfrm>
            <a:off x="1088042" y="3376394"/>
            <a:ext cx="460000" cy="460000"/>
          </a:xfrm>
          <a:prstGeom prst="ellipse">
            <a:avLst/>
          </a:prstGeom>
          <a:solidFill>
            <a:srgbClr val="8A8A8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3" name="Label Casual"/>
          <p:cNvSpPr/>
          <p:nvPr/>
        </p:nvSpPr>
        <p:spPr>
          <a:xfrm>
            <a:off x="632351" y="4010057"/>
            <a:ext cx="12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800" b="1" dirty="0">
                <a:solidFill>
                  <a:srgbClr val="151515"/>
                </a:solidFill>
              </a:rPr>
              <a:t>［項目4］</a:t>
            </a:r>
          </a:p>
          <a:p>
            <a:pPr marL="0" indent="0" algn="ctr">
              <a:buNone/>
            </a:pPr>
            <a:r>
              <a:rPr lang="en-US" altLang="ja-JP" sz="800" b="1" dirty="0">
                <a:solidFill>
                  <a:srgbClr val="151515"/>
                </a:solidFill>
              </a:rPr>
              <a:t>＋0.0%／00.0%／0.00</a:t>
            </a:r>
            <a:endParaRPr lang="en-US" sz="700" dirty="0"/>
          </a:p>
        </p:txBody>
      </p:sp>
      <p:sp>
        <p:nvSpPr>
          <p:cNvPr id="304" name="Label Outer"/>
          <p:cNvSpPr/>
          <p:nvPr/>
        </p:nvSpPr>
        <p:spPr>
          <a:xfrm>
            <a:off x="718042" y="3026394"/>
            <a:ext cx="12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800" b="1">
                <a:solidFill>
                  <a:srgbClr val="151515"/>
                </a:solidFill>
              </a:rPr>
              <a:t>［項目5］</a:t>
            </a:r>
          </a:p>
          <a:p>
            <a:pPr marL="0" indent="0" algn="ctr">
              <a:buNone/>
            </a:pPr>
            <a:r>
              <a:rPr lang="en-US" altLang="ja-JP" sz="800" b="1">
                <a:solidFill>
                  <a:srgbClr val="151515"/>
                </a:solidFill>
              </a:rPr>
              <a:t>＋0.0%／00.0%／0.00</a:t>
            </a:r>
            <a:endParaRPr lang="en-US" sz="700"/>
          </a:p>
        </p:txBody>
      </p:sp>
      <p:sp>
        <p:nvSpPr>
          <p:cNvPr id="305" name="Axis Note V"/>
          <p:cNvSpPr/>
          <p:nvPr/>
        </p:nvSpPr>
        <p:spPr>
          <a:xfrm>
            <a:off x="3560000" y="5010000"/>
            <a:ext cx="1100000" cy="20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ja-JP" altLang="en-US" sz="700">
                <a:solidFill>
                  <a:srgbClr val="656565"/>
                </a:solidFill>
              </a:rPr>
              <a:t>全体平均（横軸） 0.0%</a:t>
            </a:r>
            <a:endParaRPr lang="en-US" sz="700"/>
          </a:p>
        </p:txBody>
      </p:sp>
      <p:sp>
        <p:nvSpPr>
          <p:cNvPr id="306" name="Axis Note H"/>
          <p:cNvSpPr/>
          <p:nvPr/>
        </p:nvSpPr>
        <p:spPr>
          <a:xfrm>
            <a:off x="5930000" y="3900000"/>
            <a:ext cx="1100000" cy="20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ja-JP" altLang="en-US" sz="700">
                <a:solidFill>
                  <a:srgbClr val="656565"/>
                </a:solidFill>
              </a:rPr>
              <a:t>全体平均（縦軸） 0.0%</a:t>
            </a:r>
            <a:endParaRPr lang="en-US" sz="700"/>
          </a:p>
        </p:txBody>
      </p:sp>
      <p:sp>
        <p:nvSpPr>
          <p:cNvPr id="307" name="Size Legend"/>
          <p:cNvSpPr/>
          <p:nvPr/>
        </p:nvSpPr>
        <p:spPr>
          <a:xfrm>
            <a:off x="4900000" y="5669280"/>
            <a:ext cx="21867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ja-JP" altLang="en-US" sz="700">
                <a:solidFill>
                  <a:srgbClr val="656565"/>
                </a:solidFill>
              </a:rPr>
              <a:t>バブルの大きさ＝［規模指標］</a:t>
            </a:r>
            <a:endParaRPr lang="en-US" sz="700"/>
          </a:p>
        </p:txBody>
      </p:sp>
      <p:pic>
        <p:nvPicPr>
          <p:cNvPr id="22" name="Image 0" descr="/mnt/data/7c0f8c08e9.png"/>
          <p:cNvPicPr>
            <a:picLocks noChangeAspect="1"/>
          </p:cNvPicPr>
          <p:nvPr/>
        </p:nvPicPr>
        <p:blipFill>
          <a:blip r:embed="rId3"/>
          <a:srcRect t="13393" b="13393"/>
          <a:stretch/>
        </p:blipFill>
        <p:spPr>
          <a:xfrm>
            <a:off x="7498080" y="1901952"/>
            <a:ext cx="3840480" cy="187452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498080" y="40965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000" b="1">
                <a:solidFill>
                  <a:srgbClr val="1455D9"/>
                </a:solidFill>
              </a:rPr>
              <a:t>［結論ボックス見出し］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498079" y="4400000"/>
            <a:ext cx="4251959" cy="149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600" b="1">
                <a:solidFill>
                  <a:srgbClr val="151515"/>
                </a:solidFill>
              </a:rPr>
              <a:t>［方針①</a:t>
            </a:r>
            <a:r>
              <a:rPr lang="ja-JP" altLang="en-US" sz="1600" b="1" dirty="0">
                <a:solidFill>
                  <a:srgbClr val="151515"/>
                </a:solidFill>
              </a:rPr>
              <a:t>：</a:t>
            </a:r>
            <a:r>
              <a:rPr lang="ja-JP" altLang="en-US" sz="1600" b="1">
                <a:solidFill>
                  <a:srgbClr val="151515"/>
                </a:solidFill>
              </a:rPr>
              <a:t>対象と内容］</a:t>
            </a:r>
          </a:p>
          <a:p>
            <a:pPr marL="0" indent="0">
              <a:buNone/>
            </a:pPr>
            <a:r>
              <a:rPr lang="ja-JP" altLang="en-US" sz="1600" b="1">
                <a:solidFill>
                  <a:srgbClr val="151515"/>
                </a:solidFill>
              </a:rPr>
              <a:t>［方針②</a:t>
            </a:r>
            <a:r>
              <a:rPr lang="ja-JP" altLang="en-US" sz="1600" b="1" dirty="0">
                <a:solidFill>
                  <a:srgbClr val="151515"/>
                </a:solidFill>
              </a:rPr>
              <a:t>：</a:t>
            </a:r>
            <a:r>
              <a:rPr lang="ja-JP" altLang="en-US" sz="1600" b="1">
                <a:solidFill>
                  <a:srgbClr val="151515"/>
                </a:solidFill>
              </a:rPr>
              <a:t>対象と条件］</a:t>
            </a:r>
            <a:endParaRPr lang="ja-JP" altLang="en-US" sz="1600" b="1" dirty="0">
              <a:solidFill>
                <a:srgbClr val="151515"/>
              </a:solidFill>
            </a:endParaRPr>
          </a:p>
          <a:p>
            <a:pPr marL="0" indent="0">
              <a:buNone/>
            </a:pPr>
            <a:r>
              <a:rPr lang="ja-JP" altLang="en-US" sz="1600" b="1">
                <a:solidFill>
                  <a:srgbClr val="151515"/>
                </a:solidFill>
              </a:rPr>
              <a:t>［方針③：</a:t>
            </a:r>
            <a:r>
              <a:rPr lang="ja-JP" altLang="en-US" sz="1600" b="1" dirty="0">
                <a:solidFill>
                  <a:srgbClr val="151515"/>
                </a:solidFill>
              </a:rPr>
              <a:t>維持・縮小</a:t>
            </a:r>
            <a:r>
              <a:rPr lang="ja-JP" altLang="en-US" sz="1600" b="1">
                <a:solidFill>
                  <a:srgbClr val="151515"/>
                </a:solidFill>
              </a:rPr>
              <a:t>の対象］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3636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1455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PRIORITY MATRIX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3000" b="1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［優先順位づけの結論を一文で］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0908792" cy="18288"/>
          </a:xfrm>
          <a:prstGeom prst="rect">
            <a:avLst/>
          </a:prstGeom>
          <a:solidFill>
            <a:srgbClr val="CFCBC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640080" y="63276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5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000" b="1">
                <a:solidFill>
                  <a:srgbClr val="65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［区分］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94560" y="1463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000" b="1">
                <a:solidFill>
                  <a:srgbClr val="65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［指標A / 指標B / 指標C / 指標D］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63640" y="1463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000" b="1">
                <a:solidFill>
                  <a:srgbClr val="65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方針と根拠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1090879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FCBC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640080" y="1783080"/>
            <a:ext cx="73152" cy="566928"/>
          </a:xfrm>
          <a:prstGeom prst="rect">
            <a:avLst/>
          </a:prstGeom>
          <a:solidFill>
            <a:srgbClr val="1455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868680" y="178308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400" b="1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［区分1］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94560" y="2167128"/>
            <a:ext cx="983501" cy="100584"/>
          </a:xfrm>
          <a:prstGeom prst="rect">
            <a:avLst/>
          </a:prstGeom>
          <a:solidFill>
            <a:srgbClr val="1455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2194560" y="18013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ja-JP" sz="1100" b="1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［0.00］　［0.0%］　［0.0%］　［0］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911096"/>
            <a:ext cx="960120" cy="310896"/>
          </a:xfrm>
          <a:prstGeom prst="roundRect">
            <a:avLst>
              <a:gd name="adj" fmla="val 88235"/>
            </a:avLst>
          </a:prstGeom>
          <a:solidFill>
            <a:srgbClr val="1455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6263640" y="1911096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ja-JP" altLang="en-US" sz="95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最優先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60920" y="1783080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00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［この区分を最優先とする根拠を2行程度で記載］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2404872"/>
            <a:ext cx="1090879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FCBC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640080" y="2404872"/>
            <a:ext cx="73152" cy="566928"/>
          </a:xfrm>
          <a:prstGeom prst="rect">
            <a:avLst/>
          </a:prstGeom>
          <a:solidFill>
            <a:srgbClr val="4C7F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868680" y="2404872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400" b="1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［区分2］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194560" y="2788920"/>
            <a:ext cx="1190802" cy="100584"/>
          </a:xfrm>
          <a:prstGeom prst="rect">
            <a:avLst/>
          </a:prstGeom>
          <a:solidFill>
            <a:srgbClr val="4C7F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2194560" y="24231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ja-JP" sz="1100" b="1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［0.00］　［0.0%］　［0.0%］　［0］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2532888"/>
            <a:ext cx="960120" cy="310896"/>
          </a:xfrm>
          <a:prstGeom prst="roundRect">
            <a:avLst>
              <a:gd name="adj" fmla="val 88235"/>
            </a:avLst>
          </a:prstGeom>
          <a:solidFill>
            <a:srgbClr val="4C7F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6263640" y="2532888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ja-JP" altLang="en-US" sz="95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次点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360920" y="2404872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00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［この区分を次点とする根拠を2行程度で記載］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3026664"/>
            <a:ext cx="1090879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FCBC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640080" y="3026664"/>
            <a:ext cx="73152" cy="566928"/>
          </a:xfrm>
          <a:prstGeom prst="rect">
            <a:avLst/>
          </a:prstGeom>
          <a:solidFill>
            <a:srgbClr val="65656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868680" y="302666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400" b="1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［区分3］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194560" y="3410712"/>
            <a:ext cx="606760" cy="100584"/>
          </a:xfrm>
          <a:prstGeom prst="rect">
            <a:avLst/>
          </a:prstGeom>
          <a:solidFill>
            <a:srgbClr val="65656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2194560" y="30449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ja-JP" sz="1100" b="1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［0.00］　［0.0%］　［0.0%］　［0］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3154680"/>
            <a:ext cx="960120" cy="310896"/>
          </a:xfrm>
          <a:prstGeom prst="roundRect">
            <a:avLst>
              <a:gd name="adj" fmla="val 88235"/>
            </a:avLst>
          </a:prstGeom>
          <a:solidFill>
            <a:srgbClr val="65656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6263640" y="315468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ja-JP" altLang="en-US" sz="95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選択投資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360920" y="3026664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00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［選択投資とする根拠・条件を2行程度で記載］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" y="3648456"/>
            <a:ext cx="1090879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FCBC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2"/>
          <p:cNvSpPr/>
          <p:nvPr/>
        </p:nvSpPr>
        <p:spPr>
          <a:xfrm>
            <a:off x="640080" y="3648456"/>
            <a:ext cx="73152" cy="566928"/>
          </a:xfrm>
          <a:prstGeom prst="rect">
            <a:avLst/>
          </a:prstGeom>
          <a:solidFill>
            <a:srgbClr val="65656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868680" y="3648456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400" b="1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［区分4］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194560" y="4032504"/>
            <a:ext cx="1828800" cy="100584"/>
          </a:xfrm>
          <a:prstGeom prst="rect">
            <a:avLst/>
          </a:prstGeom>
          <a:solidFill>
            <a:srgbClr val="65656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2194560" y="366674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ja-JP" sz="1100" b="1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［0.00］　［0.0%］　［0.0%］　［0］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63640" y="3776472"/>
            <a:ext cx="960120" cy="310896"/>
          </a:xfrm>
          <a:prstGeom prst="roundRect">
            <a:avLst>
              <a:gd name="adj" fmla="val 88235"/>
            </a:avLst>
          </a:prstGeom>
          <a:solidFill>
            <a:srgbClr val="65656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6263640" y="3776472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ja-JP" altLang="en-US" sz="95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維持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360920" y="3648456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00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［維持とする根拠を2行程度で記載］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0080" y="4270248"/>
            <a:ext cx="1090879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FCBC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40"/>
          <p:cNvSpPr/>
          <p:nvPr/>
        </p:nvSpPr>
        <p:spPr>
          <a:xfrm>
            <a:off x="640080" y="4270248"/>
            <a:ext cx="73152" cy="566928"/>
          </a:xfrm>
          <a:prstGeom prst="rect">
            <a:avLst/>
          </a:prstGeom>
          <a:solidFill>
            <a:srgbClr val="65656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868680" y="427024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400" b="1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［区分5］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2194560" y="4654296"/>
            <a:ext cx="526301" cy="100584"/>
          </a:xfrm>
          <a:prstGeom prst="rect">
            <a:avLst/>
          </a:prstGeom>
          <a:solidFill>
            <a:srgbClr val="65656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2194560" y="428853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ja-JP" sz="1100" b="1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［0.00］　［0.0%］　［0.0%］　［0］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263640" y="4398264"/>
            <a:ext cx="960120" cy="310896"/>
          </a:xfrm>
          <a:prstGeom prst="roundRect">
            <a:avLst>
              <a:gd name="adj" fmla="val 88235"/>
            </a:avLst>
          </a:prstGeom>
          <a:solidFill>
            <a:srgbClr val="65656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6263640" y="4398264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ja-JP" altLang="en-US" sz="95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維持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360920" y="4270248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00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［維持とする根拠を1〜2行で記載］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40080" y="4892040"/>
            <a:ext cx="1090879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FCBC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Shape 48"/>
          <p:cNvSpPr/>
          <p:nvPr/>
        </p:nvSpPr>
        <p:spPr>
          <a:xfrm>
            <a:off x="640080" y="4892040"/>
            <a:ext cx="73152" cy="566928"/>
          </a:xfrm>
          <a:prstGeom prst="rect">
            <a:avLst/>
          </a:prstGeom>
          <a:solidFill>
            <a:srgbClr val="65656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868680" y="489204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400" b="1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［区分6］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2194560" y="5276088"/>
            <a:ext cx="213928" cy="100584"/>
          </a:xfrm>
          <a:prstGeom prst="rect">
            <a:avLst/>
          </a:prstGeom>
          <a:solidFill>
            <a:srgbClr val="65656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2194560" y="49103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ja-JP" sz="1100" b="1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［0.00］　［0.0%］　［0.0%］　［0］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263640" y="5020056"/>
            <a:ext cx="960120" cy="310896"/>
          </a:xfrm>
          <a:prstGeom prst="roundRect">
            <a:avLst>
              <a:gd name="adj" fmla="val 88235"/>
            </a:avLst>
          </a:prstGeom>
          <a:solidFill>
            <a:srgbClr val="65656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3"/>
          <p:cNvSpPr/>
          <p:nvPr/>
        </p:nvSpPr>
        <p:spPr>
          <a:xfrm>
            <a:off x="6263640" y="5020056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ja-JP" altLang="en-US" sz="95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維持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360920" y="4892040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00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［投資を行わない根拠を1〜2行で記載］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40080" y="5623560"/>
            <a:ext cx="10908792" cy="502920"/>
          </a:xfrm>
          <a:prstGeom prst="rect">
            <a:avLst/>
          </a:prstGeom>
          <a:solidFill>
            <a:srgbClr val="E7EE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8" name="Text 56"/>
          <p:cNvSpPr/>
          <p:nvPr/>
        </p:nvSpPr>
        <p:spPr>
          <a:xfrm>
            <a:off x="868680" y="56235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100" b="1">
                <a:solidFill>
                  <a:srgbClr val="1455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リスクと要確認：［想定されるリスクと、今後検証すべき論点を記載］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1455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CANDIDATES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3000" b="1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［候補の評価結論を一文で］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10908792" cy="18288"/>
          </a:xfrm>
          <a:prstGeom prst="rect">
            <a:avLst/>
          </a:prstGeom>
          <a:solidFill>
            <a:srgbClr val="CFCBC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640080" y="63276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5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502152" cy="4114800"/>
          </a:xfrm>
          <a:prstGeom prst="roundRect">
            <a:avLst>
              <a:gd name="adj" fmla="val 1044"/>
            </a:avLst>
          </a:prstGeom>
          <a:solidFill>
            <a:srgbClr val="FFFFFF"/>
          </a:solidFill>
          <a:ln w="12700">
            <a:solidFill>
              <a:srgbClr val="CFCBC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3502152" cy="566928"/>
          </a:xfrm>
          <a:prstGeom prst="rect">
            <a:avLst/>
          </a:prstGeom>
          <a:solidFill>
            <a:srgbClr val="1455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98448" y="160020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20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［候補1］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108960" y="160020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ja-JP" altLang="en-US" sz="110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［候補1の属性・補足］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23042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050">
                <a:solidFill>
                  <a:srgbClr val="65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［指標①］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468880" y="230428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ja-JP" sz="1400" b="1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［000］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1248" y="2706624"/>
            <a:ext cx="3099816" cy="9144"/>
          </a:xfrm>
          <a:prstGeom prst="rect">
            <a:avLst/>
          </a:prstGeom>
          <a:solidFill>
            <a:srgbClr val="CFCBC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841248" y="277977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050">
                <a:solidFill>
                  <a:srgbClr val="65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［指標②］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468880" y="277977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［0.0%］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" y="3182112"/>
            <a:ext cx="3099816" cy="9144"/>
          </a:xfrm>
          <a:prstGeom prst="rect">
            <a:avLst/>
          </a:prstGeom>
          <a:solidFill>
            <a:srgbClr val="CFCBC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841248" y="325526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050">
                <a:solidFill>
                  <a:srgbClr val="65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［指標③］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468880" y="325526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［00］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41248" y="3657600"/>
            <a:ext cx="3099816" cy="9144"/>
          </a:xfrm>
          <a:prstGeom prst="rect">
            <a:avLst/>
          </a:prstGeom>
          <a:solidFill>
            <a:srgbClr val="CFCBC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841248" y="37307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050">
                <a:solidFill>
                  <a:srgbClr val="65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［指標④］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468880" y="373075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［00］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41248" y="4133088"/>
            <a:ext cx="3099816" cy="9144"/>
          </a:xfrm>
          <a:prstGeom prst="rect">
            <a:avLst/>
          </a:prstGeom>
          <a:solidFill>
            <a:srgbClr val="CFCBC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841248" y="431596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455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選定理由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" y="4553712"/>
            <a:ext cx="309981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ja-JP" altLang="en-US" sz="105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［候補1を選定した理由を3行程度で記載］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41248" y="5394960"/>
            <a:ext cx="3099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000" b="1">
                <a:solidFill>
                  <a:srgbClr val="1455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主なリスク：［候補1の主なリスクを記載］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43400" y="1600200"/>
            <a:ext cx="3502152" cy="4114800"/>
          </a:xfrm>
          <a:prstGeom prst="roundRect">
            <a:avLst>
              <a:gd name="adj" fmla="val 1044"/>
            </a:avLst>
          </a:prstGeom>
          <a:solidFill>
            <a:srgbClr val="FFFFFF"/>
          </a:solidFill>
          <a:ln w="12700">
            <a:solidFill>
              <a:srgbClr val="CFCBC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4343400" y="1600200"/>
            <a:ext cx="3502152" cy="566928"/>
          </a:xfrm>
          <a:prstGeom prst="rect">
            <a:avLst/>
          </a:prstGeom>
          <a:solidFill>
            <a:srgbClr val="4C7F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4480560" y="160020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001768" y="160020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20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［候補2］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812280" y="160020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ja-JP" altLang="en-US" sz="110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［候補2の属性・補足］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44568" y="23042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050">
                <a:solidFill>
                  <a:srgbClr val="65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［指標①］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72200" y="230428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ja-JP" sz="1400" b="1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［000］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544568" y="2706624"/>
            <a:ext cx="3099816" cy="9144"/>
          </a:xfrm>
          <a:prstGeom prst="rect">
            <a:avLst/>
          </a:prstGeom>
          <a:solidFill>
            <a:srgbClr val="CFCBC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4544568" y="277977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050">
                <a:solidFill>
                  <a:srgbClr val="65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［指標②］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172200" y="277977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［0.0%］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544568" y="3182112"/>
            <a:ext cx="3099816" cy="9144"/>
          </a:xfrm>
          <a:prstGeom prst="rect">
            <a:avLst/>
          </a:prstGeom>
          <a:solidFill>
            <a:srgbClr val="CFCBC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4544568" y="325526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050">
                <a:solidFill>
                  <a:srgbClr val="65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［指標③］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172200" y="325526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［00］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544568" y="3657600"/>
            <a:ext cx="3099816" cy="9144"/>
          </a:xfrm>
          <a:prstGeom prst="rect">
            <a:avLst/>
          </a:prstGeom>
          <a:solidFill>
            <a:srgbClr val="CFCBC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4544568" y="37307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050">
                <a:solidFill>
                  <a:srgbClr val="65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［指標④］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172200" y="373075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［00］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544568" y="4133088"/>
            <a:ext cx="3099816" cy="9144"/>
          </a:xfrm>
          <a:prstGeom prst="rect">
            <a:avLst/>
          </a:prstGeom>
          <a:solidFill>
            <a:srgbClr val="CFCBC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4544568" y="431596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4C7F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選定理由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44568" y="4553712"/>
            <a:ext cx="309981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ja-JP" altLang="en-US" sz="105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［候補2を選定した理由を3行程度で記載］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544568" y="5394960"/>
            <a:ext cx="3099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000" b="1">
                <a:solidFill>
                  <a:srgbClr val="1455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主なリスク：［候補2の主なリスクを記載］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046720" y="1600200"/>
            <a:ext cx="3502152" cy="4114800"/>
          </a:xfrm>
          <a:prstGeom prst="roundRect">
            <a:avLst>
              <a:gd name="adj" fmla="val 1044"/>
            </a:avLst>
          </a:prstGeom>
          <a:solidFill>
            <a:srgbClr val="FFFFFF"/>
          </a:solidFill>
          <a:ln w="12700">
            <a:solidFill>
              <a:srgbClr val="CFCBC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Shape 45"/>
          <p:cNvSpPr/>
          <p:nvPr/>
        </p:nvSpPr>
        <p:spPr>
          <a:xfrm>
            <a:off x="8046720" y="1600200"/>
            <a:ext cx="3502152" cy="566928"/>
          </a:xfrm>
          <a:prstGeom prst="rect">
            <a:avLst/>
          </a:prstGeom>
          <a:solidFill>
            <a:srgbClr val="65656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8" name="Text 46"/>
          <p:cNvSpPr/>
          <p:nvPr/>
        </p:nvSpPr>
        <p:spPr>
          <a:xfrm>
            <a:off x="8183880" y="160020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8705088" y="160020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20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［候補3］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10515600" y="160020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ja-JP" altLang="en-US" sz="110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［候補3の属性・補足］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247888" y="23042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050">
                <a:solidFill>
                  <a:srgbClr val="65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［指標①］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9875520" y="230428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altLang="ja-JP" sz="1400" b="1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［000］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8247888" y="2706624"/>
            <a:ext cx="3099816" cy="9144"/>
          </a:xfrm>
          <a:prstGeom prst="rect">
            <a:avLst/>
          </a:prstGeom>
          <a:solidFill>
            <a:srgbClr val="CFCBC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4" name="Text 52"/>
          <p:cNvSpPr/>
          <p:nvPr/>
        </p:nvSpPr>
        <p:spPr>
          <a:xfrm>
            <a:off x="8247888" y="277977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050">
                <a:solidFill>
                  <a:srgbClr val="65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［指標②］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875520" y="277977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［0.0%］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8247888" y="3182112"/>
            <a:ext cx="3099816" cy="9144"/>
          </a:xfrm>
          <a:prstGeom prst="rect">
            <a:avLst/>
          </a:prstGeom>
          <a:solidFill>
            <a:srgbClr val="CFCBC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/>
          <p:cNvSpPr/>
          <p:nvPr/>
        </p:nvSpPr>
        <p:spPr>
          <a:xfrm>
            <a:off x="8247888" y="325526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050">
                <a:solidFill>
                  <a:srgbClr val="65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［指標③］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9875520" y="325526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［00］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8247888" y="3657600"/>
            <a:ext cx="3099816" cy="9144"/>
          </a:xfrm>
          <a:prstGeom prst="rect">
            <a:avLst/>
          </a:prstGeom>
          <a:solidFill>
            <a:srgbClr val="CFCBC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0" name="Text 58"/>
          <p:cNvSpPr/>
          <p:nvPr/>
        </p:nvSpPr>
        <p:spPr>
          <a:xfrm>
            <a:off x="8247888" y="37307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050">
                <a:solidFill>
                  <a:srgbClr val="65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［指標④］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9875520" y="373075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［00］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8247888" y="4133088"/>
            <a:ext cx="3099816" cy="9144"/>
          </a:xfrm>
          <a:prstGeom prst="rect">
            <a:avLst/>
          </a:prstGeom>
          <a:solidFill>
            <a:srgbClr val="CFCBC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3" name="Text 61"/>
          <p:cNvSpPr/>
          <p:nvPr/>
        </p:nvSpPr>
        <p:spPr>
          <a:xfrm>
            <a:off x="8247888" y="431596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65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選定理由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247888" y="4553712"/>
            <a:ext cx="309981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ja-JP" altLang="en-US" sz="1050">
                <a:solidFill>
                  <a:srgbClr val="1515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［候補3を選定した理由を3行程度で記載］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8247888" y="5394960"/>
            <a:ext cx="3099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000" b="1">
                <a:solidFill>
                  <a:srgbClr val="1455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主なリスク：［候補3の主なリスクを記載］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40080" y="5870448"/>
            <a:ext cx="10908792" cy="384048"/>
          </a:xfrm>
          <a:prstGeom prst="rect">
            <a:avLst/>
          </a:prstGeom>
          <a:solidFill>
            <a:srgbClr val="E7EE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7" name="Text 65"/>
          <p:cNvSpPr/>
          <p:nvPr/>
        </p:nvSpPr>
        <p:spPr>
          <a:xfrm>
            <a:off x="822960" y="5870448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050">
                <a:solidFill>
                  <a:srgbClr val="6565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要確認：［今後検証する論点］　／　出所：［データ出所を記載］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60">
                <a:solidFill>
                  <a:srgbClr val="1455D9"/>
                </a:solidFill>
              </a:rPr>
              <a:t>07</a:t>
            </a:r>
            <a:r>
              <a:rPr lang="en-US" sz="1000" b="1" kern="0" spc="160" dirty="0">
                <a:solidFill>
                  <a:srgbClr val="1455D9"/>
                </a:solidFill>
              </a:rPr>
              <a:t> / 90-DAY ACTION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ja-JP" altLang="en-US" sz="2700" b="1">
                <a:solidFill>
                  <a:srgbClr val="151515"/>
                </a:solidFill>
              </a:rPr>
              <a:t>［実行計画の方針を一文で］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3533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150">
                <a:solidFill>
                  <a:srgbClr val="656565"/>
                </a:solidFill>
              </a:rPr>
              <a:t>［ロードマップの位置づけを1行で］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55D9"/>
                </a:solidFill>
              </a:rPr>
              <a:t>00–30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85800" y="23957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151515"/>
                </a:solidFill>
              </a:rPr>
              <a:t>DIAGNOSE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9443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1700">
                <a:solidFill>
                  <a:srgbClr val="151515"/>
                </a:solidFill>
              </a:rPr>
              <a:t>［フェーズ1のアクション①］</a:t>
            </a:r>
          </a:p>
          <a:p>
            <a:pPr marL="0" indent="0">
              <a:buNone/>
            </a:pPr>
            <a:r>
              <a:rPr lang="ja-JP" altLang="en-US" sz="1700">
                <a:solidFill>
                  <a:srgbClr val="151515"/>
                </a:solidFill>
              </a:rPr>
              <a:t>［フェーズ1のアクション②］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566160" y="2240280"/>
            <a:ext cx="502920" cy="1143000"/>
          </a:xfrm>
          <a:prstGeom prst="chevron">
            <a:avLst/>
          </a:prstGeom>
          <a:solidFill>
            <a:srgbClr val="D9DDE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4480560" y="1828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55D9"/>
                </a:solidFill>
              </a:rPr>
              <a:t>31–60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4480560" y="23957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151515"/>
                </a:solidFill>
              </a:rPr>
              <a:t>VALIDATE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80560" y="29443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700">
                <a:solidFill>
                  <a:srgbClr val="151515"/>
                </a:solidFill>
              </a:rPr>
              <a:t>［フェーズ2のアクション①］</a:t>
            </a:r>
          </a:p>
          <a:p>
            <a:pPr marL="0" indent="0">
              <a:buNone/>
            </a:pPr>
            <a:r>
              <a:rPr lang="ja-JP" altLang="en-US" sz="1700">
                <a:solidFill>
                  <a:srgbClr val="151515"/>
                </a:solidFill>
              </a:rPr>
              <a:t>［フェーズ2のアクション②］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60920" y="2240280"/>
            <a:ext cx="502920" cy="1143000"/>
          </a:xfrm>
          <a:prstGeom prst="chevron">
            <a:avLst/>
          </a:prstGeom>
          <a:solidFill>
            <a:srgbClr val="D9DDE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8275320" y="1828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455D9"/>
                </a:solidFill>
              </a:rPr>
              <a:t>61–90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8275320" y="23957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151515"/>
                </a:solidFill>
              </a:rPr>
              <a:t>DECIDE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75320" y="29443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700">
                <a:solidFill>
                  <a:srgbClr val="151515"/>
                </a:solidFill>
              </a:rPr>
              <a:t>［フェーズ3のアクション①］</a:t>
            </a:r>
          </a:p>
          <a:p>
            <a:pPr marL="0" indent="0">
              <a:buNone/>
            </a:pPr>
            <a:r>
              <a:rPr lang="ja-JP" altLang="en-US" sz="1700">
                <a:solidFill>
                  <a:srgbClr val="151515"/>
                </a:solidFill>
              </a:rPr>
              <a:t>［フェーズ3のアクション②］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85800" y="4251960"/>
            <a:ext cx="10698480" cy="960120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960120" y="453542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6A2FF"/>
                </a:solidFill>
              </a:rPr>
              <a:t>BOARD GATE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14600" y="446227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900" b="1">
                <a:solidFill>
                  <a:srgbClr val="FFFFFF"/>
                </a:solidFill>
              </a:rPr>
              <a:t>［次回会議で提示する判断材料を記載］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636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7c0f8c08e9.png"/>
          <p:cNvPicPr>
            <a:picLocks noChangeAspect="1"/>
          </p:cNvPicPr>
          <p:nvPr/>
        </p:nvPicPr>
        <p:blipFill>
          <a:blip r:embed="rId3"/>
          <a:srcRect l="17409" r="17409"/>
          <a:stretch/>
        </p:blipFill>
        <p:spPr>
          <a:xfrm>
            <a:off x="5486400" y="0"/>
            <a:ext cx="6705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0" y="0"/>
            <a:ext cx="914400" cy="6858000"/>
          </a:xfrm>
          <a:prstGeom prst="rect">
            <a:avLst/>
          </a:prstGeom>
          <a:solidFill>
            <a:srgbClr val="151515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1"/>
          <p:cNvSpPr/>
          <p:nvPr/>
        </p:nvSpPr>
        <p:spPr>
          <a:xfrm>
            <a:off x="594360" y="7772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76A2FF"/>
                </a:solidFill>
              </a:rPr>
              <a:t>DECISION REQUEST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42976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3900" b="1">
                <a:solidFill>
                  <a:srgbClr val="FFFFFF"/>
                </a:solidFill>
              </a:rPr>
              <a:t>選ぶ。</a:t>
            </a:r>
          </a:p>
          <a:p>
            <a:pPr marL="0" indent="0">
              <a:buNone/>
            </a:pPr>
            <a:r>
              <a:rPr lang="ja-JP" altLang="en-US" sz="3900" b="1">
                <a:solidFill>
                  <a:srgbClr val="FFFFFF"/>
                </a:solidFill>
              </a:rPr>
              <a:t>試す。</a:t>
            </a:r>
          </a:p>
          <a:p>
            <a:pPr marL="0" indent="0">
              <a:buNone/>
            </a:pPr>
            <a:r>
              <a:rPr lang="ja-JP" altLang="en-US" sz="3900" b="1">
                <a:solidFill>
                  <a:srgbClr val="FFFFFF"/>
                </a:solidFill>
              </a:rPr>
              <a:t>決める。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594360" y="4096512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900">
                <a:solidFill>
                  <a:srgbClr val="D9D9D9"/>
                </a:solidFill>
              </a:rPr>
              <a:t>［締めのメッセージを一文で記載］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94360" y="5989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ja-JP" sz="1100">
                <a:solidFill>
                  <a:srgbClr val="AFAFAF"/>
                </a:solidFill>
              </a:rPr>
              <a:t>［会社名］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3636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1213</Words>
  <Application>Microsoft Office PowerPoint</Application>
  <PresentationFormat>ワイド画面</PresentationFormat>
  <Paragraphs>214</Paragraphs>
  <Slides>9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2" baseType="lpstr">
      <vt:lpstr>Aptos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TrendStyle Japan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TrendStyle Japan 2025年度 成長戦略 役員会資料</dc:title>
  <dc:subject>TrendStyle Japan 前年度役員会資料テンプレート</dc:subject>
  <dc:creator>Takuji Soga</dc:creator>
  <cp:lastModifiedBy>Takuji Soga</cp:lastModifiedBy>
  <cp:revision>2</cp:revision>
  <dcterms:created xsi:type="dcterms:W3CDTF">2026-09-12T04:05:09Z</dcterms:created>
  <dcterms:modified xsi:type="dcterms:W3CDTF">2026-09-15T03:10:02Z</dcterms:modified>
</cp:coreProperties>
</file>